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743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28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{{제목}}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628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D5D8DC"/>
                </a:solidFill>
                <a:latin typeface="Malgun Gothic"/>
              </a:defRPr>
            </a:pPr>
            <a:r>
              <a:t>비교 분석 보고서  |  {{부서}}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28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D5D8DC"/>
                </a:solidFill>
                <a:latin typeface="Malgun Gothic"/>
              </a:defRPr>
            </a:pPr>
            <a:r>
              <a:t>{{작성일}}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5943600"/>
            <a:ext cx="3047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2980B9"/>
                </a:solidFill>
                <a:latin typeface="Malgun Gothic"/>
              </a:defRPr>
            </a:pPr>
            <a:r>
              <a:t>IDINO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1. 분석 대상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분석 대상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{{분석대상}}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분석 목적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{{분석목적}}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2. 비교 항목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비교 기준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{{비교기준}}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비교 항목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{{비교항목}}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3. 분석 결과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정량 분석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{{정량분석}}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정성 분석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{{정성분석}}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4. 강점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주요 강점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{{주요강점}}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차별화 요소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{{차별화요소}}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5. 약점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주요 약점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{{주요약점}}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개선 필요사항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{{개선필요사항}}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6. 결론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종합 평가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{{종합평가}}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권고 사항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{{권고사항}}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감사합니다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1600" y="3474720"/>
            <a:ext cx="1828800" cy="2743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5340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D5D8DC"/>
                </a:solidFill>
                <a:latin typeface="Malgun Gothic"/>
              </a:defRPr>
            </a:pPr>
            <a:r>
              <a:t>IDINO | 문의사항은 담당자에게 연락 바랍니다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
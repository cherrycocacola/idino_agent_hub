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기술 제안서  |  {{회사명}}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기술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기술명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{{기술명}}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기술 개요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{{기술개요}}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현재 시스템 현황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{{현재시스템현황}}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문제점 및 한계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{{문제점및한계}}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제안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{{핵심기술}}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기술 차별점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{{기술차별점}}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시스템 아키텍처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{{시스템아키텍처}}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데이터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{{데이터흐름}}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구현 방안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개발 방법론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{{개발방법론}}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구현 전략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{{구현전략}}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추진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단계별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{{단계별일정}}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마일스톤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{{주요마일스톤}}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7.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기술적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{{기술적효과}}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업무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{{업무효과}}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8.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제안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{{제안요약}}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차별화 포인트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{{차별화포인트}}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
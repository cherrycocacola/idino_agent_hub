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{{프로젝트명}}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5D8DC"/>
                </a:solidFill>
                <a:latin typeface="Malgun Gothic"/>
              </a:defRPr>
            </a:pPr>
            <a:r>
              <a:t>프로젝트현황보고  |  PM: {{PM}}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5D8DC"/>
                </a:solidFill>
                <a:latin typeface="Malgun Gothic"/>
              </a:defRPr>
            </a:pPr>
            <a:r>
              <a:t>{{보고일}}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047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980B9"/>
                </a:solidFill>
                <a:latin typeface="Malgun Gothic"/>
              </a:defRPr>
            </a:pPr>
            <a:r>
              <a:t>IDINO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진행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전체 진행률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{{진행률}}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마일스톤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마일스톤 목록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{% for milestone in 마일스톤 %}</a:t>
            </a:r>
          </a:p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  - {{milestone}}</a:t>
            </a:r>
          </a:p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{% endfor %}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위험요소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위험요소 목록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{% for risk in 위험요소 %}</a:t>
            </a:r>
          </a:p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  - {{risk}}</a:t>
            </a:r>
          </a:p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{% endfor %}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474720"/>
            <a:ext cx="18288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5D8DC"/>
                </a:solidFill>
                <a:latin typeface="Malgun Gothic"/>
              </a:defRPr>
            </a:pPr>
            <a:r>
              <a:t>IDINO | 문의사항은 담당자에게 연락 바랍니다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
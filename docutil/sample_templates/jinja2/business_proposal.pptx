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{{사업명}}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사업제안서  |  {{회사명}}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{{제안일}}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1. 사업 개요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2. 추진 전략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3. 기대 효과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4. 예산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사업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사업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{{사업개요}}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추진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추진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{% for item in 추진전략 %}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  - {{item}}</a:t>
            </a:r>
          </a:p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{% endfor %}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기대 효과 &amp; 예산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기대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{{기대효과}}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총 예산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{{총예산}}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
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{{제목}}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5D8DC"/>
                </a:solidFill>
                <a:latin typeface="Malgun Gothic"/>
              </a:defRPr>
            </a:pPr>
            <a:r>
              <a:t>성과 보고서  |  {{부서}}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5D8DC"/>
                </a:solidFill>
                <a:latin typeface="Malgun Gothic"/>
              </a:defRPr>
            </a:pPr>
            <a:r>
              <a:t>{{작성일}}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047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980B9"/>
                </a:solidFill>
                <a:latin typeface="Malgun Gothic"/>
              </a:defRPr>
            </a:pPr>
            <a:r>
              <a:t>IDINO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목표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사업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{{사업목표}}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핵심 지표(KPI)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{{핵심지표}}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달성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목표 대비 달성률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{{달성률}}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주요 실적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{{주요실적}}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핵심 성과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정량 성과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{{정량성과}}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정성 성과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{{정성성과}}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4. 성과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분야별 성과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{{분야별성과}}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우수 사례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{{우수사례}}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5. 개선 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미달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{{미달항목}}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개선 방안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{{개선방안}}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6.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차기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{{차기목표}}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실행 계획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{{실행계획}}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474720"/>
            <a:ext cx="18288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5D8DC"/>
                </a:solidFill>
                <a:latin typeface="Malgun Gothic"/>
              </a:defRPr>
            </a:pPr>
            <a:r>
              <a:t>IDINO | 문의사항은 담당자에게 연락 바랍니다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
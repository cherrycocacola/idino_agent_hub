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{{제목}}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5D8DC"/>
                </a:solidFill>
                <a:latin typeface="Malgun Gothic"/>
              </a:defRPr>
            </a:pPr>
            <a:r>
              <a:t>서비스 제안서  |  {{회사명}}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5D8DC"/>
                </a:solidFill>
                <a:latin typeface="Malgun Gothic"/>
              </a:defRPr>
            </a:pPr>
            <a:r>
              <a:t>{{작성일}}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47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980B9"/>
                </a:solidFill>
                <a:latin typeface="Malgun Gothic"/>
              </a:defRPr>
            </a:pPr>
            <a:r>
              <a:t>IDINO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서비스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서비스명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{{서비스명}}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서비스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{{서비스개요}}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대상 고객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{{대상고객}}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특장점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핵심 특장점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{{핵심특장점}}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경쟁 우위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{{경쟁우위}}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서비스 구성도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서비스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{{서비스구성}}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운영 체계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{{운영체계}}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4. 도입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기대 효과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{{기대효과}}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도입 사례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{{도입사례}}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5. 운영 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운영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{{운영계획}}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SLA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{{SLA기준}}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6.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제안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{{제안요약}}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Next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{{NextStep}}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474720"/>
            <a:ext cx="18288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5D8DC"/>
                </a:solidFill>
                <a:latin typeface="Malgun Gothic"/>
              </a:defRPr>
            </a:pPr>
            <a:r>
              <a:t>IDINO | 문의사항은 담당자에게 연락 바랍니다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
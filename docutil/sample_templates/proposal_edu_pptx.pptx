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교육 제안서  |  {{기관명}}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교육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{{교육명}}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 목적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{{교육목적}}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 대상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{{교육대상}}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교육 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커리큘럼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{{커리큘럼}}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 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{{교육내용}}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교육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{{교육방식}}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 도구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{{교육도구}}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교육 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전체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{{전체일정}}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차시별 계획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{{차시별계획}}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기대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학습 성과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{{학습성과}}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업무 적용 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{{업무적용효과}}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교육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{{교육요약}}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수료 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{{수료기준}}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
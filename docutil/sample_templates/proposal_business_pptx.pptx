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사업 제안서  |  {{회사명}}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사업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사업명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{{사업명}}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사업 목적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{{사업목적}}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추진 배경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현황 및 문제점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{{현황및문제점}}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추진 필요성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{{추진필요성}}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제안 내용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핵심 제안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{{핵심제안}}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제안 범위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{{제안범위}}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기술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기술 아키텍처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{{기술아키텍처}}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핵심 기술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{{핵심기술}}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5. 추진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단계별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{{단계별일정}}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마일스톤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{{마일스톤}}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6. 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정량적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{{정량적효과}}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정성적 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{{정성적효과}}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7. 예산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총 예산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{{총예산}}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항목별 내역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{{항목별내역}}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8.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{{핵심요약}}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기대 성과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{{기대성과}}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
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주간 업무 보고  |  {{부서}}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주요 업무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금주 업무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{{금주업무요약}}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완료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{{완료업무}}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진행중 업무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{{진행중업무}}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이슈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이슈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{{주요이슈}}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대응 현황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{{대응현황}}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다음주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예정 업무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{{예정업무}}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{{다음주목표}}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요청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지원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{{지원요청}}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협조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{{협조사항}}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
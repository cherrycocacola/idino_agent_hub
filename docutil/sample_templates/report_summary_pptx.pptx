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{{제목}}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28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D5D8DC"/>
                </a:solidFill>
                <a:latin typeface="Malgun Gothic"/>
              </a:defRPr>
            </a:pPr>
            <a:r>
              <a:t>요약 보고서  |  {{부서}}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28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D5D8DC"/>
                </a:solidFill>
                <a:latin typeface="Malgun Gothic"/>
              </a:defRPr>
            </a:pPr>
            <a:r>
              <a:t>{{작성일}}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5943600"/>
            <a:ext cx="3047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2980B9"/>
                </a:solidFill>
                <a:latin typeface="Malgun Gothic"/>
              </a:defRPr>
            </a:pPr>
            <a:r>
              <a:t>IDINO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1.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보고 목적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{{보고목적}}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보고 범위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{{보고범위}}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작성 배경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38912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3484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{{작성배경}}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2. 주요 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{{핵심요약}}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사항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{{주요사항}}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3. 분석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분석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{{분석방법}}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분석 결과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{{분석결과}}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4. 세부 내용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세부 항목 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{{세부항목1}}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세부 항목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{{세부항목2}}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5. 시사점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주요 시사점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{{주요시사점}}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개선 방향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{{개선방향}}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384048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9144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Malgun Gothic"/>
              </a:defRPr>
            </a:pPr>
            <a:r>
              <a:t>6. 결론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2000" cy="164592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94720" y="6693408"/>
            <a:ext cx="914400" cy="16459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IDINO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종합 결론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{{종합결론}}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11247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2980B9"/>
                </a:solidFill>
                <a:latin typeface="Malgun Gothic"/>
              </a:defRPr>
            </a:pPr>
            <a:r>
              <a:t>■ 향후 계획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51760"/>
            <a:ext cx="11247120" cy="1371600"/>
          </a:xfrm>
          <a:prstGeom prst="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73152" cy="1371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1092708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2C3E50"/>
                </a:solidFill>
                <a:latin typeface="Malgun Gothic"/>
              </a:defRPr>
            </a:pPr>
            <a:r>
              <a:t>{{향후계획}}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감사합니다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1600" y="3474720"/>
            <a:ext cx="182880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340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D5D8DC"/>
                </a:solidFill>
                <a:latin typeface="Malgun Gothic"/>
              </a:defRPr>
            </a:pPr>
            <a:r>
              <a:t>IDINO | 문의사항은 담당자에게 연락 바랍니다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
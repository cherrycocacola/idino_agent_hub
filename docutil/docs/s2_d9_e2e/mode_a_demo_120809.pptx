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7"/>
                </a:solidFill>
                <a:latin typeface="Pretendard"/>
              </a:rPr>
              <a:t>2026년 1분기 매출 동향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ln>
              <a:solidFill>
                <a:srgbClr val="0A4FC2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800000.0</c:v>
                </c:pt>
                <c:pt idx="1">
                  <c:v>850000.0</c:v>
                </c:pt>
                <c:pt idx="2">
                  <c:v>961587.0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A4FC2"/>
                </a:solidFill>
                <a:latin typeface="Pretendard"/>
              </a:defRPr>
            </a:pPr>
            <a:r>
              <a:rPr sz="3200" b="1">
                <a:solidFill>
                  <a:srgbClr val="0A4FC2"/>
                </a:solidFill>
                <a:latin typeface="Pretendard"/>
              </a:rPr>
              <a:t>2026년 1분기 매출 실적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매출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2,611,587천원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Pretendard"/>
              </a:defRPr>
            </a:pPr>
            <a:r>
              <a:rPr sz="1200" b="1">
                <a:solidFill>
                  <a:srgbClr val="10B981"/>
                </a:solidFill>
                <a:latin typeface="Pretendard"/>
              </a:rPr>
              <a:t>+28.3%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영업이익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정보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신규 고객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정보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이탈률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정보 없음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8640" y="155448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카테고리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2024년 매출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2025년 매출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2026년 매출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S/W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548,433천원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H/W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130,579천원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시스템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1,645,300천원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컨설팅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156,695천원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130,579천원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정보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48640" y="1554480"/>
          <a:ext cx="776609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11094415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2026년 1분기 매출은 전년 대비 크게 증가하였으며, 이는 주로 시스템 개발 부문의 성장이 주도하였습니다. 향후 지속적인 고객 확보와 서비스 개선을 통해 성장세를 유지할 계획입니다.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
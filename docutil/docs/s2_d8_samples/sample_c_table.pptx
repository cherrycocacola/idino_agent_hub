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A4FC2"/>
                </a:solidFill>
                <a:latin typeface="Pretendard"/>
              </a:defRPr>
            </a:pPr>
            <a:r>
              <a:rPr sz="3200" b="1">
                <a:solidFill>
                  <a:srgbClr val="0A4FC2"/>
                </a:solidFill>
                <a:latin typeface="Pretendard"/>
              </a:rPr>
              <a:t>사업부별 매출 실적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08760"/>
          <a:ext cx="110944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사업부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1분기 매출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전년 동기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증감률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플랫폼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1,240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1,080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+14.8%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컨설팅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980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+6.5%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교육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-5.9%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연구개발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560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410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+36.6%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합계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3,100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2,750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Pretendard"/>
                        </a:rPr>
                        <a:t>+12.7%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8404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Pretendard"/>
              </a:defRPr>
            </a:pPr>
            <a:r>
              <a:rPr sz="1400" b="0">
                <a:solidFill>
                  <a:srgbClr val="1F2937"/>
                </a:solidFill>
                <a:latin typeface="Pretendard"/>
              </a:rPr>
              <a:t>플랫폼과 연구개발 부문 성장이 전체 매출 증가를 견인했다.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
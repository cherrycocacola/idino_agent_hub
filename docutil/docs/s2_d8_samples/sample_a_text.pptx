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 예시 — 텍스트 중심 샘플의 발표 대본입니다.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2026년 1분기 업무 추진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4FC2"/>
                </a:solidFill>
                <a:latin typeface="Pretendard"/>
              </a:defRPr>
            </a:pPr>
            <a:r>
              <a:rPr sz="2400" b="1">
                <a:solidFill>
                  <a:srgbClr val="0A4FC2"/>
                </a:solidFill>
                <a:latin typeface="Pretendard"/>
              </a:rPr>
              <a:t>핵심 성과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문서 활용 시스템(DocUtil) 신규 보고서 엔진의 PPTX 빌더 모듈화가 완료되었으며, Phase 0 진단에서 지적된 IDINO 전용 레이아웃 하드코딩 문제가 해소되었다.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1094415" cy="142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Pretendard"/>
              </a:defRPr>
            </a:pPr>
            <a:r>
              <a:rPr sz="1400" b="1">
                <a:solidFill>
                  <a:srgbClr val="1F2937"/>
                </a:solidFill>
                <a:latin typeface="Pretendard"/>
              </a:rPr>
              <a:t>• PptxBuilder 신설 — layout_resolver 기반 런타임 탐색</a:t>
            </a:r>
          </a:p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• 컴포넌트 8 종 렌더러 완성 (D2~D7)</a:t>
            </a:r>
          </a:p>
          <a:p>
            <a:pPr algn="l">
              <a:defRPr sz="1200" b="0">
                <a:solidFill>
                  <a:srgbClr val="1F2937"/>
                </a:solidFill>
                <a:latin typeface="Pretendard"/>
              </a:defRPr>
            </a:pPr>
            <a:r>
              <a:rPr sz="1200" b="0">
                <a:solidFill>
                  <a:srgbClr val="1F2937"/>
                </a:solidFill>
                <a:latin typeface="Pretendard"/>
              </a:rPr>
              <a:t>    ◦ SlideTitle / Heading / Paragraph / BulletList</a:t>
            </a:r>
          </a:p>
          <a:p>
            <a:pPr algn="l">
              <a:defRPr sz="1200" b="0">
                <a:solidFill>
                  <a:srgbClr val="1F2937"/>
                </a:solidFill>
                <a:latin typeface="Pretendard"/>
              </a:defRPr>
            </a:pPr>
            <a:r>
              <a:rPr sz="1200" b="0">
                <a:solidFill>
                  <a:srgbClr val="1F2937"/>
                </a:solidFill>
                <a:latin typeface="Pretendard"/>
              </a:rPr>
              <a:t>    ◦ KPI / DataTable / Image / Chart</a:t>
            </a:r>
          </a:p>
          <a:p>
            <a:pPr algn="l">
              <a:defRPr sz="1400" b="1">
                <a:solidFill>
                  <a:srgbClr val="FF6B35"/>
                </a:solidFill>
                <a:latin typeface="Pretendard"/>
              </a:defRPr>
            </a:pPr>
            <a:r>
              <a:rPr sz="1400" b="1">
                <a:solidFill>
                  <a:srgbClr val="FF6B35"/>
                </a:solidFill>
                <a:latin typeface="Pretendard"/>
              </a:rPr>
              <a:t>• IDINO 디자인 시스템 색상 상수 중앙화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